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57" r:id="rId4"/>
    <p:sldId id="271" r:id="rId5"/>
    <p:sldId id="258" r:id="rId6"/>
    <p:sldId id="274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4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6CDDC-91EE-8844-A3E8-0EB83F1DF4FB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2DFE1-A38A-DE48-8C13-936841F39AC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121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706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6C08-54CD-0403-4A43-5A255A0E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AA867F4-70B3-A0EA-A173-5D556D18C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368C7BF-DD7E-E1AC-91C7-C1A689366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0074B22-4C96-4F80-F1F9-21DD3953A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133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9259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47D0-7DAE-2243-CCE8-C7BEB88E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277F4EA-548A-EEA0-66D9-A68EF4264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3417A49E-4C44-E47B-F69A-60B0E5DCB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5769168-754A-8C79-0C83-408D921B2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30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F3E0-21BF-B318-DB18-BBA93FF3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738F18D-C165-D894-00E9-590B0B384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74E374F-989F-5FEA-34E9-C7366C378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0E384F0-047A-6329-AADA-6CF851E47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6851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9C38-A6F7-FF31-B1FA-241051C5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2BF58F4-85E8-7311-B71F-841456EB3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97A8ACB-318B-5CA1-0100-04374B72C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C45C0B2-EAAA-454C-D7B6-1656B7E32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0710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77B8-B2A4-F1E6-44CC-9725060C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0918E67-766D-F0C0-C7FB-28CE5C3B2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A62E4FF-E2AE-EE0F-1CF4-968BEF2B5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15896B5-CFC2-A148-DB08-2A56D43DA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9918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4E9E7-7843-E7AC-8EC0-ADFB8D8E1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C086C1E-7A1D-6227-959E-BF535C476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04D6B8A-8670-0949-A2D1-6DB7F1A2B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79EDF0E-17A8-79AA-FCC7-FA14715E9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016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15EF9-DBC0-B3E7-35B1-76276727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ABF5C44-DC10-F58D-63A2-B9E8EBDCE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29F9292-B848-2A25-872D-749B32446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04035D5-66A3-B1B4-5552-DDA0DC83D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5426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E597-F8B9-2F90-9C7E-1FFED4CB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2237F57-8329-2953-9E5F-7B90E6344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3FB3726-40B2-F16A-BA2D-A2A90DFFE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D936EF2-4844-8128-14CC-A2BE03CC9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2DFE1-A38A-DE48-8C13-936841F39ACD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8497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53690-81C6-2377-E8DA-233C4D789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0A3E30F-AEC1-C4ED-0BA5-A036AFE64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55610E6-4CD9-7CCC-1A0D-AE78DBB4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FC12304-020C-A166-7C1A-3A5EB0EF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F6AC893-6763-F0BE-9CD5-3BF8FFE9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805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73FFB-7DCC-EEE6-BA54-EF7E8C0D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BE0667-5BF3-4657-3DA6-C8BC5E8C3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29D7FE3-81EC-4F51-7BFA-72E688B5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3BAB28F-0B95-D759-F3A7-CD7D00DD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8EC553F-A184-B428-7E01-CEAE2DF3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3565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170CE0-A009-2815-1D9B-5DF1AF23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110405A-40DB-247E-99CD-89E221C5F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A7744D0-DFDB-6347-A9AF-2A68E68A4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5DB577B-A3D8-381D-9B85-12F01897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9CED39D-11BF-3C21-E338-3A1F9E88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378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A928F-8281-0AC7-995F-24013C9E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AF7A102-E2F8-2443-8F1C-1D2648F0F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BCAEBCC-774C-99AA-7A86-EB27DDA32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F1C1C28-5153-7E18-9691-F33D775F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B2D2C11-B8FA-39A2-B928-07D6CA46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55BB154-66BE-93CF-9407-A8E289BA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043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6B763-E699-A590-69C1-7773B51E7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3900FAF-5DA1-D784-BA89-9134781F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65DC550-22A5-C2C1-D904-AA9AAF4A8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2A11A96-4BEA-1029-091E-68A19F7EB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CD48ADDC-CD61-858A-9309-288B1A089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A9A8815-EBAC-1EE5-75DD-BEAC9402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1C8BBE41-0B28-7AAF-193F-1617BD51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B4A8E489-B163-6A1D-065E-4CA3C998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959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F9FDD-8420-F4E6-F2A8-3B6352AF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2E10078-322E-EE85-6114-934360C0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D68AE54-BA82-9532-C26C-B230496CD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63C64AE-3775-5C8D-0B95-B320CFBF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42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CE11A5C6-BAA0-2798-9DB3-A45E4788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657D5AF-1118-A23D-C8DD-580ABA57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AFF2BFF-16DB-7FFC-2655-1B265F1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285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5C697-DF7F-392C-98B4-6198653D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3B9804-5E52-C7B8-B737-CE855181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5F6C171-0F94-7CA6-39C9-F922576DB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69817CA-D4DE-6C07-83E4-A85AF495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C5D6DA8-6FA0-FDE5-0E73-320D8E9A1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64956B1-B38E-2939-C0AF-7EE8263B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881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0E0345-3B39-32D9-248F-C91D93E3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1C5A728-067D-F1D1-6C43-83400E22C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A34FAD7-4608-20D8-12F9-70776729E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14CE89E-3F35-CD54-1BF5-C2951A1F8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0E1A0A1-37F4-3106-7C60-174A62F2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B3DF941-8C63-3106-A9F9-5A70E155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908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7AC2F-C5F7-0F74-D3AA-A319D7FF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6D52D37-B5EA-A295-8C2E-AD7118A58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C1D2520-8BA7-27AC-057F-967D0362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2A705F0-CDE4-5000-CFF9-1121098A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F77461F-2B6B-A59D-B367-B49C3426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091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AF6756C7-7CB8-45E5-9675-C0DA5D954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CA1AB77-7A78-6456-BF83-77D516CF8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421CFC5-053E-1E2D-B29F-56EA9CCC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5920668-FF7F-D9A2-3228-239EE43D0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4821160-4A71-8C4C-243F-9BA64E37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580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14DD476-5C65-6523-C394-0C8562D2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3A3DFB8-A98A-AFF2-B985-58AB1BC41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12BB815-93EC-B981-2E87-A335F7381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F5CDF-08C2-6A47-85D0-3E6B1BD1DD32}" type="datetimeFigureOut">
              <a:rPr lang="da-DK" smtClean="0"/>
              <a:t>30-10-2026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F06B83F-DAFD-254F-9943-3CF6AFB33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223B849-EE8B-0621-468F-EB951FC98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9ABE1-EFFA-B842-9542-1270863D4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3079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79B0C0-F4F5-D02D-284A-77B45B741F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E04C8AE-818C-4244-7796-BA251B138B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026" name="Picture 2" descr="Judge me by mh size, do you?">
            <a:extLst>
              <a:ext uri="{FF2B5EF4-FFF2-40B4-BE49-F238E27FC236}">
                <a16:creationId xmlns:a16="http://schemas.microsoft.com/office/drawing/2014/main" id="{9C79BFD9-81AA-0443-40AD-ABA262D88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48" y="1253213"/>
            <a:ext cx="8773904" cy="435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nish-foundation-models/DFM-Mimir-v1.5 · Hugging Face">
            <a:extLst>
              <a:ext uri="{FF2B5EF4-FFF2-40B4-BE49-F238E27FC236}">
                <a16:creationId xmlns:a16="http://schemas.microsoft.com/office/drawing/2014/main" id="{982932F5-1EBE-74A1-813F-8557564E1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1" t="10035" r="9267" b="10042"/>
          <a:stretch/>
        </p:blipFill>
        <p:spPr bwMode="auto">
          <a:xfrm>
            <a:off x="4038601" y="1976128"/>
            <a:ext cx="1278924" cy="127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24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5463-DB13-9380-24B0-D4715966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Outline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894C3-513D-E4E3-E5A7-79938FD35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Introduction</a:t>
            </a:r>
          </a:p>
          <a:p>
            <a:r>
              <a:rPr lang="da-DK" dirty="0"/>
              <a:t>Research question</a:t>
            </a:r>
          </a:p>
          <a:p>
            <a:r>
              <a:rPr lang="da-DK" dirty="0"/>
              <a:t>Pipeline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4984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219F-CDAB-B94D-A121-07756D2A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17FD2C2C-5FD3-8CA9-2DDE-6C56219A2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56874"/>
            <a:ext cx="7772400" cy="534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55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DDF663-C425-F819-D6A8-EB20FBAE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Introduction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2FE697-B9B7-421D-5807-167368A78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7654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AC728-D8DE-C587-B41A-BA969832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Research question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7BB9F65-2BC3-DB6A-4AC6-EDDDFC0FD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121D8F6-D915-2E4E-8B88-D676EFCD9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561302" cy="394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4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2BB3-378C-4C48-ABDE-0ADEEED6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HRM-Text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28AC-4B67-C360-10B9-BF30B068C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76957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6E77FC-53B7-1036-7371-89A84D2B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72783"/>
            <a:ext cx="10515600" cy="1325563"/>
          </a:xfrm>
        </p:spPr>
        <p:txBody>
          <a:bodyPr/>
          <a:lstStyle/>
          <a:p>
            <a:r>
              <a:rPr lang="da-DK" dirty="0"/>
              <a:t>Pipeline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41F4A8FB-7E14-E5F3-C946-BCD26EE6B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33" y="1517370"/>
            <a:ext cx="9515733" cy="496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28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74043-D0B8-8BA3-36B5-CF966487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4E8B33-14B5-FDA8-912F-98835948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175973"/>
            <a:ext cx="10515600" cy="1325563"/>
          </a:xfrm>
        </p:spPr>
        <p:txBody>
          <a:bodyPr/>
          <a:lstStyle/>
          <a:p>
            <a:r>
              <a:rPr lang="da-DK" dirty="0"/>
              <a:t>Training &amp; datasets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0B95F4F-9935-52AA-43A0-B3A10BF51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400" y="2501536"/>
            <a:ext cx="9203198" cy="255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5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A6BE-DCD0-5B94-93FB-1640F2F81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06841-777D-A56B-BD10-66FDEF5D8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72783"/>
            <a:ext cx="10515600" cy="1325563"/>
          </a:xfrm>
        </p:spPr>
        <p:txBody>
          <a:bodyPr/>
          <a:lstStyle/>
          <a:p>
            <a:r>
              <a:rPr lang="da-DK" dirty="0" err="1"/>
              <a:t>pixmo</a:t>
            </a:r>
            <a:r>
              <a:rPr lang="da-DK" dirty="0"/>
              <a:t>-cap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A837B83-A621-9BF8-33E3-5C686E3A9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33" y="1517370"/>
            <a:ext cx="9515733" cy="4967847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D8D41D10-B2E0-7356-D692-B2B021643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40" y="1411865"/>
            <a:ext cx="9071919" cy="507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BA88-6253-4B61-20A4-F4AEBD67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C2286-81EC-6F6A-7EF0-8F2B7830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72783"/>
            <a:ext cx="10515600" cy="1325563"/>
          </a:xfrm>
        </p:spPr>
        <p:txBody>
          <a:bodyPr/>
          <a:lstStyle/>
          <a:p>
            <a:r>
              <a:rPr lang="da-DK" dirty="0" err="1"/>
              <a:t>pixmo-count</a:t>
            </a:r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6D19AB54-AEE4-63E8-0B6F-199D193A3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33" y="1517370"/>
            <a:ext cx="9515733" cy="4967847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5759988B-7CC2-8461-D667-C3C0DA80C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40" y="1411865"/>
            <a:ext cx="9071919" cy="5073352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9CACE311-96A3-27C0-7941-CBB29FB98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039" y="1411864"/>
            <a:ext cx="9071919" cy="50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47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0E61-DA40-9152-54D1-072C931F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D4095-3FE1-F3C2-DF12-2BEE7C1E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72783"/>
            <a:ext cx="10515600" cy="1325563"/>
          </a:xfrm>
        </p:spPr>
        <p:txBody>
          <a:bodyPr/>
          <a:lstStyle/>
          <a:p>
            <a:r>
              <a:rPr lang="da-DK" dirty="0" err="1"/>
              <a:t>pixmo</a:t>
            </a:r>
            <a:r>
              <a:rPr lang="da-DK" dirty="0"/>
              <a:t>-cap-</a:t>
            </a:r>
            <a:r>
              <a:rPr lang="da-DK" dirty="0" err="1"/>
              <a:t>qna</a:t>
            </a:r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6EC8BA8C-4665-82D2-C82B-2F65E8EF5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33" y="1517370"/>
            <a:ext cx="9515733" cy="4967847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AD30BBA6-FC87-3ED9-3658-8BDED8376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40" y="1411865"/>
            <a:ext cx="9071919" cy="5073352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D3A686B-532D-9AC9-BF2C-1586722D4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040" y="1411865"/>
            <a:ext cx="9071918" cy="50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92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F2C6-7850-F8E0-9CCF-FC656BEF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898A3-992A-C193-311C-9A206CBA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72783"/>
            <a:ext cx="10515600" cy="1325563"/>
          </a:xfrm>
        </p:spPr>
        <p:txBody>
          <a:bodyPr/>
          <a:lstStyle/>
          <a:p>
            <a:r>
              <a:rPr lang="da-DK" dirty="0" err="1"/>
              <a:t>Comparison</a:t>
            </a:r>
            <a:r>
              <a:rPr lang="da-DK" dirty="0"/>
              <a:t> models – HMR-</a:t>
            </a:r>
            <a:r>
              <a:rPr lang="da-DK" dirty="0" err="1"/>
              <a:t>Text</a:t>
            </a: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AEAFD02C-6207-A668-3A0F-855310009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66273"/>
            <a:ext cx="7772400" cy="1830689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EAF686F5-B402-FF03-71EF-E8AB145D1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773176"/>
            <a:ext cx="7772400" cy="225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994C-58D5-F06D-FF60-55892A91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DC6DF1-C865-C43A-042A-712426BD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72783"/>
            <a:ext cx="10515600" cy="1325563"/>
          </a:xfrm>
        </p:spPr>
        <p:txBody>
          <a:bodyPr/>
          <a:lstStyle/>
          <a:p>
            <a:r>
              <a:rPr lang="da-DK" dirty="0" err="1"/>
              <a:t>Comparison</a:t>
            </a:r>
            <a:r>
              <a:rPr lang="da-DK" dirty="0"/>
              <a:t> models – </a:t>
            </a:r>
            <a:r>
              <a:rPr lang="da-DK" dirty="0" err="1"/>
              <a:t>Qwen</a:t>
            </a:r>
            <a:r>
              <a:rPr lang="da-DK" dirty="0"/>
              <a:t> 3.5 4B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FC5038BA-E134-B7EB-02D8-B8E37E8E1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773176"/>
            <a:ext cx="7772400" cy="2252556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27B7508-A781-FFD5-9201-FF12DA59F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665" y="1953986"/>
            <a:ext cx="3900510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EC08AF61-C97C-775B-C9E9-3B9219E268BE}"/>
              </a:ext>
            </a:extLst>
          </p:cNvPr>
          <p:cNvSpPr txBox="1"/>
          <p:nvPr/>
        </p:nvSpPr>
        <p:spPr>
          <a:xfrm>
            <a:off x="7150508" y="21413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5400" i="1" dirty="0">
                <a:solidFill>
                  <a:srgbClr val="5945D0"/>
                </a:solidFill>
                <a:cs typeface="AL BAYAN PLAIN" pitchFamily="2" charset="-78"/>
              </a:rPr>
              <a:t>- 4B</a:t>
            </a:r>
          </a:p>
        </p:txBody>
      </p:sp>
    </p:spTree>
    <p:extLst>
      <p:ext uri="{BB962C8B-B14F-4D97-AF65-F5344CB8AC3E}">
        <p14:creationId xmlns:p14="http://schemas.microsoft.com/office/powerpoint/2010/main" val="137793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C4AC-0840-7CDF-82E8-CBE44BEF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EA5D0-2C27-B199-9E05-6534BE0E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72783"/>
            <a:ext cx="10515600" cy="1325563"/>
          </a:xfrm>
        </p:spPr>
        <p:txBody>
          <a:bodyPr/>
          <a:lstStyle/>
          <a:p>
            <a:r>
              <a:rPr lang="da-DK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408772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6EA1-218C-572F-4109-DACB0040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Bibliography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9E10-CFA3-103F-8759-6C42FCB76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72117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40</Words>
  <Application>Microsoft Office PowerPoint</Application>
  <PresentationFormat>Widescreen</PresentationFormat>
  <Paragraphs>27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 BAYAN PLAIN</vt:lpstr>
      <vt:lpstr>Aptos</vt:lpstr>
      <vt:lpstr>Aptos Display</vt:lpstr>
      <vt:lpstr>Arial</vt:lpstr>
      <vt:lpstr>Office-tema</vt:lpstr>
      <vt:lpstr>PowerPoint Presentation</vt:lpstr>
      <vt:lpstr>Outline</vt:lpstr>
      <vt:lpstr>PowerPoint Presentation</vt:lpstr>
      <vt:lpstr>Introduction</vt:lpstr>
      <vt:lpstr>Research question</vt:lpstr>
      <vt:lpstr>HRM-Text</vt:lpstr>
      <vt:lpstr>Pipeline</vt:lpstr>
      <vt:lpstr>Training &amp; datasets</vt:lpstr>
      <vt:lpstr>pixmo-cap</vt:lpstr>
      <vt:lpstr>pixmo-count</vt:lpstr>
      <vt:lpstr>pixmo-cap-qna</vt:lpstr>
      <vt:lpstr>Comparison models – HMR-Text</vt:lpstr>
      <vt:lpstr>Comparison models – Qwen 3.5 4B</vt:lpstr>
      <vt:lpstr>Evaluation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Shuagib Ibrahim</cp:lastModifiedBy>
  <cp:revision>4</cp:revision>
  <dcterms:created xsi:type="dcterms:W3CDTF">2026-10-29T12:01:11Z</dcterms:created>
  <dcterms:modified xsi:type="dcterms:W3CDTF">2026-10-30T10:23:04Z</dcterms:modified>
</cp:coreProperties>
</file>